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5200" b="1">
                <a:solidFill>
                  <a:srgbClr val="111827"/>
                </a:solidFill>
                <a:latin typeface="Calibri"/>
              </a:rPr>
              <a:t>StudyMate.ai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822960" y="1417320"/>
            <a:ext cx="7498080" cy="48006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3200">
                <a:solidFill>
                  <a:srgbClr val="111827"/>
                </a:solidFill>
                <a:latin typeface="Calibri"/>
              </a:rPr>
              <a:t>AI‑Powered PDF Study Assistant
Project Presentation | 04 Apr 2026</a:t>
            </a:r>
            <a:endParaRPr lang="en-US"/>
          </a:p>
          <a:p>
            <a:pPr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5200" b="1">
                <a:solidFill>
                  <a:srgbClr val="111827"/>
                </a:solidFill>
                <a:latin typeface="Calibri"/>
              </a:rPr>
              <a:t>Problem Statement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822960" y="1417320"/>
            <a:ext cx="7498080" cy="4800600"/>
          </a:xfrm>
          <a:prstGeom prst="rect">
            <a:avLst/>
          </a:prstGeom>
          <a:noFill/>
        </p:spPr>
        <p:txBody>
          <a:bodyPr wrap="square"/>
          <a:lstStyle/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PDFs are static; learning becomes passive and slow.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Students waste time searching explanations &amp; clearing doubts.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No quick self‑assessment/revision from the same material.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Language barrier: not everyone prefers English-only content.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5200" b="1">
                <a:solidFill>
                  <a:srgbClr val="111827"/>
                </a:solidFill>
                <a:latin typeface="Calibri"/>
              </a:rPr>
              <a:t>Proposed Solution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822960" y="1417320"/>
            <a:ext cx="7498080" cy="4800600"/>
          </a:xfrm>
          <a:prstGeom prst="rect">
            <a:avLst/>
          </a:prstGeom>
          <a:noFill/>
        </p:spPr>
        <p:txBody>
          <a:bodyPr wrap="square"/>
          <a:lstStyle/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Upload academic PDF → get page‑wise AI explanations.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Ask doubts in chat with context from the PDF.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Generate quizzes + revision packs to reinforce learning.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Supports English, Hindi, and Hinglish responses.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5200" b="1">
                <a:solidFill>
                  <a:srgbClr val="111827"/>
                </a:solidFill>
                <a:latin typeface="Calibri"/>
              </a:rPr>
              <a:t>Core Features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822960" y="1417320"/>
            <a:ext cx="7498080" cy="4800600"/>
          </a:xfrm>
          <a:prstGeom prst="rect">
            <a:avLst/>
          </a:prstGeom>
          <a:noFill/>
        </p:spPr>
        <p:txBody>
          <a:bodyPr wrap="square"/>
          <a:lstStyle/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PDF upload &amp; cloud storage (Cloudinary).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Page rendering + text extraction (PyMuPDF).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OCR for scanned pages/figures (Tesseract + OpenCV).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AI explanations using Gemini 2.5 Flash.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Quiz generation and revision pack generation.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Conversation history stored in MongoDB.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5200" b="1">
                <a:solidFill>
                  <a:srgbClr val="111827"/>
                </a:solidFill>
                <a:latin typeface="Calibri"/>
              </a:rPr>
              <a:t>Tech Stack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822960" y="1417320"/>
            <a:ext cx="7498080" cy="4800600"/>
          </a:xfrm>
          <a:prstGeom prst="rect">
            <a:avLst/>
          </a:prstGeom>
          <a:noFill/>
        </p:spPr>
        <p:txBody>
          <a:bodyPr wrap="square"/>
          <a:lstStyle/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Frontend: React 19, Vite, Tailwind CSS, React Router, Markdown rendering.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Backend: Flask REST API, flask-cors, JWT auth, bcrypt.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Database: MongoDB Atlas.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Storage: Cloudinary for PDFs/images.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AI/ML: Google Gemini, BLIP captioning (Transformers + PyTorch).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5200" b="1">
                <a:solidFill>
                  <a:srgbClr val="111827"/>
                </a:solidFill>
                <a:latin typeface="Calibri"/>
              </a:rPr>
              <a:t>High‑Level Architecture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822960" y="1417320"/>
            <a:ext cx="7498080" cy="4800600"/>
          </a:xfrm>
          <a:prstGeom prst="rect">
            <a:avLst/>
          </a:prstGeom>
          <a:noFill/>
        </p:spPr>
        <p:txBody>
          <a:bodyPr wrap="square"/>
          <a:lstStyle/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React client calls Flask APIs for auth + PDF actions.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Backend orchestrates parsing + AI prompts + persistence.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MongoDB stores users, PDFs metadata, conversations, outputs.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Cloudinary stores uploaded PDFs and derived images.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Gemini generates explanations, doubts answers, quizzes.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5200" b="1">
                <a:solidFill>
                  <a:srgbClr val="111827"/>
                </a:solidFill>
                <a:latin typeface="Calibri"/>
              </a:rPr>
              <a:t>PDF Processing Pipeline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822960" y="1417320"/>
            <a:ext cx="7498080" cy="4800600"/>
          </a:xfrm>
          <a:prstGeom prst="rect">
            <a:avLst/>
          </a:prstGeom>
          <a:noFill/>
        </p:spPr>
        <p:txBody>
          <a:bodyPr wrap="square"/>
          <a:lstStyle/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Split PDF into pages.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Extract selectable text via PyMuPDF.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Render page image; OCR if needed for scanned content.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Caption images (BLIP) when useful for diagrams/figures.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Merge context → prompt Gemini for explanation/QA/quiz.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Store page outputs for fast re‑use.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5200" b="1">
                <a:solidFill>
                  <a:srgbClr val="111827"/>
                </a:solidFill>
                <a:latin typeface="Calibri"/>
              </a:rPr>
              <a:t>Key APIs (Backend)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822960" y="1417320"/>
            <a:ext cx="7498080" cy="4800600"/>
          </a:xfrm>
          <a:prstGeom prst="rect">
            <a:avLst/>
          </a:prstGeom>
          <a:noFill/>
        </p:spPr>
        <p:txBody>
          <a:bodyPr wrap="square"/>
          <a:lstStyle/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POST /upload → upload &amp; register PDF.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POST /parse-page → generate explanation for a page.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POST /ask-doubt → ask questions about content.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POST /generate-quiz → quiz from selected pages.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POST /generate-revision-pack → quick revision notes.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/api/auth/* and /api/conversations/* for auth + chat history.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5200" b="1">
                <a:solidFill>
                  <a:srgbClr val="111827"/>
                </a:solidFill>
                <a:latin typeface="Calibri"/>
              </a:rPr>
              <a:t>Security &amp; Data Handling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822960" y="1417320"/>
            <a:ext cx="7498080" cy="4800600"/>
          </a:xfrm>
          <a:prstGeom prst="rect">
            <a:avLst/>
          </a:prstGeom>
          <a:noFill/>
        </p:spPr>
        <p:txBody>
          <a:bodyPr wrap="square"/>
          <a:lstStyle/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JWT-based authentication; access tokens for protected routes.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Passwords hashed using bcrypt.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CORS configured for allowed frontend origins.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Server manages Cloudinary uploads and resource URLs.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MongoDB ObjectIds used for resource addressing.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5200" b="1">
                <a:solidFill>
                  <a:srgbClr val="111827"/>
                </a:solidFill>
                <a:latin typeface="Calibri"/>
              </a:rPr>
              <a:t>Demo Walkthrough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822960" y="1417320"/>
            <a:ext cx="7498080" cy="4800600"/>
          </a:xfrm>
          <a:prstGeom prst="rect">
            <a:avLst/>
          </a:prstGeom>
          <a:noFill/>
        </p:spPr>
        <p:txBody>
          <a:bodyPr wrap="square"/>
          <a:lstStyle/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Register/Login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Upload a PDF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Open a page → get AI explanation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Ask a doubt → get context-aware answer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Generate a quiz and attempt it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Create a revision pack for quick revision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5200" b="1">
                <a:solidFill>
                  <a:srgbClr val="111827"/>
                </a:solidFill>
                <a:latin typeface="Calibri"/>
              </a:rPr>
              <a:t>Conclusion &amp; Future Scope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822960" y="1417320"/>
            <a:ext cx="7498080" cy="4800600"/>
          </a:xfrm>
          <a:prstGeom prst="rect">
            <a:avLst/>
          </a:prstGeom>
          <a:noFill/>
        </p:spPr>
        <p:txBody>
          <a:bodyPr wrap="square"/>
          <a:lstStyle/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Turns PDFs into an interactive learning experience.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Saves time: explain → doubt → quiz → revision in one place.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Future: citations per answer, semantic search, progress tracking.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Future: better OCR/layout handling, classroom/teacher features.</a:t>
            </a:r>
            <a:endParaRPr lang="en-US"/>
          </a:p>
          <a:p>
            <a:pPr lvl="0" marL="457200" indent="-228600">
              <a:buChar char="•"/>
            </a:pPr>
            <a:r>
              <a:rPr lang="en-US" sz="2800">
                <a:solidFill>
                  <a:srgbClr val="111827"/>
                </a:solidFill>
                <a:latin typeface="Calibri"/>
              </a:rPr>
              <a:t>Thank you! Questions?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Mate Theme">
  <a:themeElements>
    <a:clrScheme name="Office">
      <a:dk1>
        <a:srgbClr val="1F2937"/>
      </a:dk1>
      <a:lt1>
        <a:srgbClr val="FFFFFF"/>
      </a:lt1>
      <a:dk2>
        <a:srgbClr val="111827"/>
      </a:dk2>
      <a:lt2>
        <a:srgbClr val="F9FAFB"/>
      </a:lt2>
      <a:accent1>
        <a:srgbClr val="2563EB"/>
      </a:accent1>
      <a:accent2>
        <a:srgbClr val="10B981"/>
      </a:accent2>
      <a:accent3>
        <a:srgbClr val="F59E0B"/>
      </a:accent3>
      <a:accent4>
        <a:srgbClr val="EF4444"/>
      </a:accent4>
      <a:accent5>
        <a:srgbClr val="8B5CF6"/>
      </a:accent5>
      <a:accent6>
        <a:srgbClr val="06B6D4"/>
      </a:accent6>
      <a:hlink>
        <a:srgbClr val="2563EB"/>
      </a:hlink>
      <a:folHlink>
        <a:srgbClr val="1D4ED8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StudyMate.ai Presentation</dc:title>
  <dc:creator>Codex</dc:creator>
  <cp:lastModifiedBy>Codex</cp:lastModifiedBy>
  <dcterms:created xsi:type="dcterms:W3CDTF">2026-04-03T18:10:47Z</dcterms:created>
  <dcterms:modified xsi:type="dcterms:W3CDTF">2026-04-03T18:10:47Z</dcterms:modified>
</cp:coreProperties>
</file>